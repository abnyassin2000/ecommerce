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E-commerce Website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Ahmed Mohamed Mohamed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online store to browse products, add to cart, and checkout easily.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 + Bootstrap</a:t>
            </a:r>
          </a:p>
          <a:p>
            <a:r>
              <a:t>Backend: PHP</a:t>
            </a:r>
          </a:p>
          <a:p>
            <a:r>
              <a:t>Database: MySQL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 listing</a:t>
            </a:r>
          </a:p>
          <a:p>
            <a:r>
              <a:t>Shopping cart</a:t>
            </a:r>
          </a:p>
          <a:p>
            <a:r>
              <a:t>Checkout system</a:t>
            </a:r>
          </a:p>
          <a:p>
            <a:r>
              <a:t>Responsive design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Products Page</a:t>
            </a:r>
          </a:p>
        </p:txBody>
      </p:sp>
      <p:pic>
        <p:nvPicPr>
          <p:cNvPr id="3" name="Picture 2" descr="screencapture-localhost-5173-products-2026-04-01-14_32_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5614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Shopping Cart</a:t>
            </a:r>
          </a:p>
        </p:txBody>
      </p:sp>
      <p:pic>
        <p:nvPicPr>
          <p:cNvPr id="3" name="Picture 2" descr="screencapture-localhost-5173-cart-2026-04-01-14_33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384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Page</a:t>
            </a:r>
          </a:p>
        </p:txBody>
      </p:sp>
      <p:pic>
        <p:nvPicPr>
          <p:cNvPr id="3" name="Picture 2" descr="screencapture-localhost-5173-about-2026-04-01-14_32_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4734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